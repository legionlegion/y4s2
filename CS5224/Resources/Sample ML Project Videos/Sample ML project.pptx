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0CFF7-D1BB-4187-AB0F-41D6F1EA55AE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F2DE1-43C0-44E3-96AC-5B52C34E3F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471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timothy. In this video show you how make simple cloud computing ML project. The purpose of this video is to serve as a possible template for your CS5224 project as well as a basic guide on cloud computing practices. Lets get into it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F2DE1-43C0-44E3-96AC-5B52C34E3F07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8177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project were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gna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a model that can predict diabetes based on some features. We make pay-per-use pipeline for hospitals to assess the diabetes risk of their patients. For this, we setup a cloud server that takes in, process, and push data back to client all automatically.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F2DE1-43C0-44E3-96AC-5B52C34E3F0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0122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 the project into a few steps. Diagram good visualize big picture coordinate and understand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btr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among team. From vis can see what we want to perform, make scripts for the steps.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F2DE1-43C0-44E3-96AC-5B52C34E3F0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2124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recommend draw.io cos free, can generate diagrams from prompt. This is the sample result. Explain more on our project diagram next slide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F2DE1-43C0-44E3-96AC-5B52C34E3F07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5431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Lets dissect this diagram. We start in client’s input. We want to auto detect new file and upload it to our server. This is the function of script 1. &lt;press&gt; In the server, we want to auto detect incoming file, run our ML model on it, and push the result to the client. This will be done by script 2. &lt;press&gt;  The third script handles output receival in client side. &lt;press&gt; Two extra scripts are needed for the ML model training and inference. Keep in mind that I wont upload the scripts to canvas because the purpose of this video is to serve as an inspiration for your own project and not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tobe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copypasted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With that in mind, lets now code these scripts.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F2DE1-43C0-44E3-96AC-5B52C34E3F0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7419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9BE1-04EA-FC94-5B41-62B49755A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74D5C-8AF2-EF9A-C973-A497FF79F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AA1D2-C0F3-6D16-0EF0-642F822C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F76D7-26C9-A0BA-8D2A-2A817181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56AF0-366B-810A-460C-E463C1B8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85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CAFD-C942-7932-E6B7-E8EC83FC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46758-AC56-9D8A-E921-24853AD5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4A24D-E45C-20A3-9333-8632FB92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AB59A-7634-82D1-3A8A-FCC83F7F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79B99-E4EE-D91D-6BFC-46A83CB7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949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0AA2-E90E-FF95-7552-524E556C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AE692-5D3C-DE7B-B185-1D826AE7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3879C-830C-5421-67C7-E82FF5D9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E090-4DE3-8A56-FBD9-7D9B1798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23B30-6E00-A3B6-3D51-1774FCFC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855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E9BE-86D2-F5D5-09C5-2EDCEB17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69FE-F294-0EF7-E7F9-88092579A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F8B15-3CC9-F58C-FC11-D1040D17E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C7AC1-5F2E-4DD2-454B-27DD40A7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D10E5-AF92-ECC4-EB30-9319D8AE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544A0-DDA1-D813-3D60-659B4AD5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673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4FC1-4572-2A28-5503-A0F0F0EF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F774A-4485-F36E-1187-A6913C9F4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730A4-2213-9663-55A6-D4117D966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65689-CFE8-541C-4E2D-201FC4003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B1A56-5D96-5F73-55B2-C0DACAB8E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0330A-1542-863E-F837-C6D80872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5BD01-7BB5-A14B-2ACF-C2B2B246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B478E-CF59-7DDF-D22A-89AAC2F9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675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5C3E-F73B-E484-CA8B-35FE1CA0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BD3D1-727C-5288-6FA1-4AFE90D8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4CCB9-F32A-0E3D-AAB3-2822F85F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59430-7A3B-346D-F1A9-B766C0BF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7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1E7DD-00B1-03D8-8504-0B544AE22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23DCD-B944-85E2-51A4-2B8790B8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165F-E448-C936-6940-D526520A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232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CF3C-A7B8-690C-DAFA-AD2CB90D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454F-4C81-13B7-6BC6-EFD0BFE24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92046-F647-DE15-45E3-82A37E907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68CCE-B38C-54BF-7090-639DB836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C5EB1-3854-36DF-7492-2CB59758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0650D-2DC8-27E8-7DA0-26B634F2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308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B73-EC02-0F2A-F528-40BED6C4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E5C59-F7F9-7486-F357-A4718F0ED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714E0-1200-CD0F-514E-D009EE50D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CFC22-85F0-6BC0-AC2A-B9E399AD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20EFD-F913-2A07-C552-50411B13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1E94D-7E20-66BA-C207-848FF09D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77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3574-390B-727B-3884-1589D46C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7991D-3EC4-6FC6-B061-9BBBD5B98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42C0B-8929-C37E-9EA2-439F3CBD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7CBBD-3AE3-2AC2-4C28-44307DD9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DAF5-890F-AF6C-0351-736A34D0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77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F813F-012D-A3C7-07D2-8E2E1D291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7E342-6A7D-E4E5-BEBC-C1A9891DB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7589-E275-2343-105C-E7FCE808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0B2F4-EFE2-A7CA-5302-DA394E17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47F8D-6F57-BF6B-9496-DAEC2D02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082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C19D9-5F55-B914-1D79-8EF4192B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606A-3323-B0D8-BB42-5A7C4A28D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7AA16-5B2A-BEC2-3096-16D753F92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2252A-5226-4942-A203-41BD83E623CC}" type="datetimeFigureOut">
              <a:rPr lang="en-SG" smtClean="0"/>
              <a:t>2/9/2025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554DB-2420-2DAE-FCD5-7824BFA8E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8D2D5-BA8C-705C-5E0B-289FBF35A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534D1-6F21-4DED-90CD-0C02299138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82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epo.anaconda.com/miniconda/Miniconda3-latest-Linux-x86_64.sh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38C1-1C10-2F8A-C83B-8780BDD7B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ML project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85F0B-B352-6DC8-22EB-45AF0C08F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CS5224 Resource</a:t>
            </a:r>
          </a:p>
          <a:p>
            <a:r>
              <a:rPr lang="en-US" dirty="0"/>
              <a:t>2025-26 Sem 1</a:t>
            </a:r>
          </a:p>
          <a:p>
            <a:r>
              <a:rPr lang="en-US" dirty="0"/>
              <a:t>Timothy Antoni &lt;timothy.antoni@u.nus.edu&gt;</a:t>
            </a:r>
          </a:p>
        </p:txBody>
      </p:sp>
    </p:spTree>
    <p:extLst>
      <p:ext uri="{BB962C8B-B14F-4D97-AF65-F5344CB8AC3E}">
        <p14:creationId xmlns:p14="http://schemas.microsoft.com/office/powerpoint/2010/main" val="65781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B961-9F16-927B-12E2-39809EB4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case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C603-A686-CC34-8E17-121823E4A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have a model that can predict diabetes status (positive, negative, risked) based on age, gender, BMI, etc.</a:t>
            </a:r>
          </a:p>
          <a:p>
            <a:pPr marL="0" indent="0">
              <a:buNone/>
            </a:pPr>
            <a:r>
              <a:rPr lang="en-US" dirty="0"/>
              <a:t>You want to make profit by charging hospitals when they use your model. </a:t>
            </a:r>
          </a:p>
          <a:p>
            <a:pPr marL="0" indent="0">
              <a:buNone/>
            </a:pPr>
            <a:r>
              <a:rPr lang="en-US" dirty="0"/>
              <a:t>You would want to have the model on the cloud, setup a server that accepts client (hospital) data, and send back the prediction data to the client. </a:t>
            </a:r>
          </a:p>
          <a:p>
            <a:pPr marL="0" indent="0">
              <a:buNone/>
            </a:pPr>
            <a:r>
              <a:rPr lang="en-US" dirty="0"/>
              <a:t>You want to do this in an automated, end-to-end fashion.</a:t>
            </a:r>
          </a:p>
        </p:txBody>
      </p:sp>
    </p:spTree>
    <p:extLst>
      <p:ext uri="{BB962C8B-B14F-4D97-AF65-F5344CB8AC3E}">
        <p14:creationId xmlns:p14="http://schemas.microsoft.com/office/powerpoint/2010/main" val="58687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4201-CF75-5026-37CB-2E90D225D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steps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DA53-7CA9-D2D6-250B-D199D0F2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Make pipeline diagram</a:t>
            </a:r>
            <a:endParaRPr lang="en-S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Make scripts</a:t>
            </a:r>
            <a:endParaRPr lang="en-S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Train ML model</a:t>
            </a:r>
            <a:endParaRPr lang="en-S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Get an EC2 Instance Running</a:t>
            </a:r>
            <a:endParaRPr lang="en-S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Upload </a:t>
            </a:r>
            <a:r>
              <a:rPr lang="en-SG" dirty="0"/>
              <a:t>scripts and </a:t>
            </a:r>
            <a:r>
              <a:rPr lang="en-US" dirty="0"/>
              <a:t>ML model to EC2</a:t>
            </a:r>
            <a:endParaRPr lang="en-S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Test the pipeline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Check accuracy of the results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623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C115-6D99-86DE-44BB-44899B18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Make pipeline diagram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E8B0D-2A4D-9C7E-3484-564FB3F40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6886" y="1690688"/>
            <a:ext cx="474691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C23D27-79AE-5FD5-9C24-C113DCD9524A}"/>
              </a:ext>
            </a:extLst>
          </p:cNvPr>
          <p:cNvSpPr txBox="1"/>
          <p:nvPr/>
        </p:nvSpPr>
        <p:spPr>
          <a:xfrm>
            <a:off x="838200" y="1981200"/>
            <a:ext cx="44273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draw.io</a:t>
            </a:r>
          </a:p>
          <a:p>
            <a:endParaRPr lang="en-US" sz="2400" dirty="0"/>
          </a:p>
          <a:p>
            <a:r>
              <a:rPr lang="en-US" sz="2400" dirty="0"/>
              <a:t>Generate diagrams from prompt</a:t>
            </a:r>
          </a:p>
          <a:p>
            <a:r>
              <a:rPr lang="en-US" sz="2400" dirty="0"/>
              <a:t>Free AWS Icons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10872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615A-E05D-EF89-9230-FE0F164B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Make scripts</a:t>
            </a:r>
            <a:endParaRPr lang="en-SG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0857C5-F748-0139-3417-58887022C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local_watch_and_upload.py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ec2_receive_and_process_file.py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local_receive_file.py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local_train.py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ec2_model_inference.py</a:t>
            </a:r>
          </a:p>
          <a:p>
            <a:pPr marL="514350" lvl="0" indent="-514350">
              <a:buFont typeface="+mj-lt"/>
              <a:buAutoNum type="arabicPeriod"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Scripts are not uploaded!</a:t>
            </a:r>
            <a:endParaRPr lang="en-SG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A372EA-8803-179B-41CC-64DFFE1D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815" y="1420700"/>
            <a:ext cx="5497850" cy="502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2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7FCA-5EC5-B32A-7B0A-8A32BD70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Train ML model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4C04-B45C-E70C-3C1F-4BC9CBB0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Download data from canvas under “Resources / Sample ML Project” folder</a:t>
            </a:r>
          </a:p>
          <a:p>
            <a:r>
              <a:rPr lang="en-US" sz="2400" dirty="0"/>
              <a:t>Training data: diabetes.csv</a:t>
            </a:r>
          </a:p>
          <a:p>
            <a:r>
              <a:rPr lang="en-US" sz="2400" dirty="0"/>
              <a:t>Unseen test data features: newTest[1-3]_features.csv</a:t>
            </a:r>
          </a:p>
          <a:p>
            <a:r>
              <a:rPr lang="en-US" sz="2400" dirty="0"/>
              <a:t>Unseen test data labels: newTest[1-3]_labels.csv</a:t>
            </a:r>
          </a:p>
          <a:p>
            <a:r>
              <a:rPr lang="en-US" sz="2400" dirty="0"/>
              <a:t>Model: </a:t>
            </a:r>
            <a:r>
              <a:rPr lang="en-US" sz="2400" dirty="0" err="1"/>
              <a:t>model.joblib</a:t>
            </a:r>
            <a:r>
              <a:rPr lang="en-US" sz="2400" dirty="0"/>
              <a:t> (if needed)</a:t>
            </a:r>
          </a:p>
          <a:p>
            <a:r>
              <a:rPr lang="en-US" sz="2400" dirty="0"/>
              <a:t>Run local_train.py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FE072-0A43-7934-0206-CFC12233E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04" y="3883999"/>
            <a:ext cx="4629796" cy="19719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9D850E-2B3D-71D4-31D4-DF1F12655663}"/>
              </a:ext>
            </a:extLst>
          </p:cNvPr>
          <p:cNvSpPr txBox="1"/>
          <p:nvPr/>
        </p:nvSpPr>
        <p:spPr>
          <a:xfrm>
            <a:off x="6954324" y="5905916"/>
            <a:ext cx="416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Performance metrics on internal test set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60E63-B116-51B1-51C5-7BAE6193BAB3}"/>
              </a:ext>
            </a:extLst>
          </p:cNvPr>
          <p:cNvSpPr txBox="1"/>
          <p:nvPr/>
        </p:nvSpPr>
        <p:spPr>
          <a:xfrm>
            <a:off x="838200" y="6476190"/>
            <a:ext cx="6754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Dataset sourced from https://data.mendeley.com/datasets/wj9rwkp9c2/1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55451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5F81-E1C9-4F29-2D9A-21910688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Get an EC2 Instance Running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CAB1-D50F-796F-05E1-45D3DC66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/>
              <a:t>Refer to Indrayani’s video for more information on how to create AWS account and run an EC2 Instance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SG" sz="2600" dirty="0"/>
              <a:t>Allow HTTP, HTTPS traffic for the EC2 Instance</a:t>
            </a:r>
          </a:p>
          <a:p>
            <a:r>
              <a:rPr lang="en-SG" sz="2600" dirty="0"/>
              <a:t>Install python, pandas, </a:t>
            </a:r>
            <a:r>
              <a:rPr lang="en-SG" sz="2600" dirty="0" err="1"/>
              <a:t>joblib</a:t>
            </a:r>
            <a:r>
              <a:rPr lang="en-SG" sz="2600" dirty="0"/>
              <a:t>, scikit-learn, flask</a:t>
            </a:r>
          </a:p>
          <a:p>
            <a:pPr marL="0" indent="0">
              <a:buNone/>
            </a:pPr>
            <a:endParaRPr lang="en-SG" sz="2600" dirty="0"/>
          </a:p>
          <a:p>
            <a:pPr marL="0" indent="0">
              <a:buNone/>
            </a:pPr>
            <a:r>
              <a:rPr lang="en-SG" sz="2600" dirty="0"/>
              <a:t>Shell commands (available in Resource folder):</a:t>
            </a:r>
          </a:p>
          <a:p>
            <a:pPr marL="0" indent="0">
              <a:buNone/>
            </a:pPr>
            <a:r>
              <a:rPr lang="en-SG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SG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400" u="sng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https://repo.anaconda.com/miniconda/Miniconda3-latest-Linux-x86_64.sh</a:t>
            </a:r>
            <a:endParaRPr lang="en-SG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bash Miniconda3-latest-Linux-x86_64.sh</a:t>
            </a:r>
          </a:p>
          <a:p>
            <a:pPr marL="0" indent="0">
              <a:buNone/>
            </a:pPr>
            <a:r>
              <a:rPr lang="en-SG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SG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install pandas </a:t>
            </a:r>
            <a:r>
              <a:rPr lang="en-SG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joblib</a:t>
            </a:r>
            <a:r>
              <a:rPr lang="en-SG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scikit-learn flask -y</a:t>
            </a:r>
          </a:p>
        </p:txBody>
      </p:sp>
    </p:spTree>
    <p:extLst>
      <p:ext uri="{BB962C8B-B14F-4D97-AF65-F5344CB8AC3E}">
        <p14:creationId xmlns:p14="http://schemas.microsoft.com/office/powerpoint/2010/main" val="363831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C3F1-F067-E979-47EF-BEE29AF0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Upload </a:t>
            </a:r>
            <a:r>
              <a:rPr lang="en-SG" dirty="0"/>
              <a:t>scripts and </a:t>
            </a:r>
            <a:r>
              <a:rPr lang="en-US" dirty="0"/>
              <a:t>ML model to EC2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56902-C4BA-8E27-A795-EF0D44C3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Shell commands </a:t>
            </a:r>
            <a:r>
              <a:rPr lang="en-SG" dirty="0"/>
              <a:t>(available in Resource folder)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cp -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/path/to/your-key-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pair.pem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/path/to/local/file ec2-user@&lt;your-ec2-public-ipv4&gt;:/home/ec2-user/</a:t>
            </a:r>
          </a:p>
          <a:p>
            <a:pPr marL="0" indent="0">
              <a:buNone/>
            </a:pP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691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85AB-EFBC-8827-6051-F9E1DA74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Test the pipeline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7FCA-880F-AB64-E6D0-461CA4B9A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Try dropping one file. </a:t>
            </a:r>
          </a:p>
          <a:p>
            <a:r>
              <a:rPr lang="en-SG" dirty="0"/>
              <a:t>Try dropping multiple files at the same time.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811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52F6-F0B4-C7C1-0008-84F232E6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Check the accuracy of the results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793C-007F-B9AA-A642-879511D44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would you do this?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1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D856-4ED1-F820-B4D6-088A518A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9893-F494-EF75-AE4C-13FB946E1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questions, email me at timothy.antoni@u.nus.edu</a:t>
            </a:r>
            <a:endParaRPr lang="en-SG" dirty="0"/>
          </a:p>
        </p:txBody>
      </p:sp>
      <p:pic>
        <p:nvPicPr>
          <p:cNvPr id="1026" name="Picture 2" descr="Thank You Beary Much Elvis GIF - Thank You Beary Much Elvis Smile -  Discover &amp; Share GIFs">
            <a:extLst>
              <a:ext uri="{FF2B5EF4-FFF2-40B4-BE49-F238E27FC236}">
                <a16:creationId xmlns:a16="http://schemas.microsoft.com/office/drawing/2014/main" id="{7C797619-5875-265F-CD33-C47AEB174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721" y="2901696"/>
            <a:ext cx="3702558" cy="296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63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775</Words>
  <Application>Microsoft Office PowerPoint</Application>
  <PresentationFormat>Widescreen</PresentationFormat>
  <Paragraphs>70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Sample ML project</vt:lpstr>
      <vt:lpstr>The case</vt:lpstr>
      <vt:lpstr>The steps</vt:lpstr>
      <vt:lpstr>1. Make pipeline diagram</vt:lpstr>
      <vt:lpstr>2. Make scripts</vt:lpstr>
      <vt:lpstr>3. Train ML model</vt:lpstr>
      <vt:lpstr>4. Get an EC2 Instance Running</vt:lpstr>
      <vt:lpstr>5. Upload scripts and ML model to EC2 </vt:lpstr>
      <vt:lpstr>6. Test the pipeline</vt:lpstr>
      <vt:lpstr>7. Check the accuracy of the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Antoni</dc:creator>
  <cp:lastModifiedBy>Timothy Antoni</cp:lastModifiedBy>
  <cp:revision>52</cp:revision>
  <dcterms:created xsi:type="dcterms:W3CDTF">2025-09-01T13:27:24Z</dcterms:created>
  <dcterms:modified xsi:type="dcterms:W3CDTF">2025-09-01T17:31:10Z</dcterms:modified>
</cp:coreProperties>
</file>